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Project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Your Tagline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Describe the problem you are solving and the pain points experienced by your target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Explain your solution and how it addresses the identified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Product /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Highlight the key features and technology behind your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Detail the market size, target audience, and competitive landscape.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Outline how your project generates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Traction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Summarize key metrics such as user growth, engagement, and revenue to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Provide an overview of your financials, including costs, revenue, and projections.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State the amount of funding you are seeking and how it will be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Introduce the key team members and their 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Wrap up with a concise summary and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